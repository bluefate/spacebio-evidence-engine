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14"/>
    <p:restoredTop sz="94670"/>
  </p:normalViewPr>
  <p:slideViewPr>
    <p:cSldViewPr snapToGrid="0" snapToObjects="1">
      <p:cViewPr varScale="1">
        <p:scale>
          <a:sx n="117" d="100"/>
          <a:sy n="117" d="100"/>
        </p:scale>
        <p:origin x="6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620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-atmosphere.png">
            <a:extLst>
              <a:ext uri="{FF2B5EF4-FFF2-40B4-BE49-F238E27FC236}">
                <a16:creationId xmlns:a16="http://schemas.microsoft.com/office/drawing/2014/main" id="{8351C0E0-BB83-BB92-5F13-3FF508F27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950"/>
            <a:ext cx="12192000" cy="5802050"/>
          </a:xfrm>
          <a:prstGeom prst="rect">
            <a:avLst/>
          </a:prstGeom>
        </p:spPr>
      </p:pic>
      <p:pic>
        <p:nvPicPr>
          <p:cNvPr id="4" name="Picture 3" descr="logo-wordmark.png">
            <a:extLst>
              <a:ext uri="{FF2B5EF4-FFF2-40B4-BE49-F238E27FC236}">
                <a16:creationId xmlns:a16="http://schemas.microsoft.com/office/drawing/2014/main" id="{7077A031-4B88-B71C-0308-23D9CC478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06" y="141183"/>
            <a:ext cx="2926080" cy="9147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96FA48-FBAD-62E5-8B82-586589C83BB9}"/>
              </a:ext>
            </a:extLst>
          </p:cNvPr>
          <p:cNvSpPr txBox="1"/>
          <p:nvPr/>
        </p:nvSpPr>
        <p:spPr>
          <a:xfrm>
            <a:off x="594360" y="1115568"/>
            <a:ext cx="3672095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Citation-first evidence for</a:t>
            </a:r>
            <a:br>
              <a:rPr dirty="0"/>
            </a:br>
            <a:r>
              <a:rPr dirty="0"/>
              <a:t>space-biology research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106271-11F8-D9A3-4348-1975B33E1F66}"/>
              </a:ext>
            </a:extLst>
          </p:cNvPr>
          <p:cNvSpPr txBox="1"/>
          <p:nvPr/>
        </p:nvSpPr>
        <p:spPr>
          <a:xfrm>
            <a:off x="621792" y="1874519"/>
            <a:ext cx="579568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E6F0"/>
                </a:solidFill>
                <a:latin typeface="Aptos"/>
              </a:defRPr>
            </a:pPr>
            <a:r>
              <a:t>Local-first RAG for 23 approved microgravity and skeletal-muscle publications.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889A24-89C4-CFA7-18B1-02BDB7FED33C}"/>
              </a:ext>
            </a:extLst>
          </p:cNvPr>
          <p:cNvSpPr/>
          <p:nvPr/>
        </p:nvSpPr>
        <p:spPr>
          <a:xfrm>
            <a:off x="594360" y="2514600"/>
            <a:ext cx="3520440" cy="132588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Who it serves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Researchers, students, educators, and corpus maintainers who need inspectable evidence—not unsupported model recall.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85CAA8-959C-79EB-4049-1A2166B961B1}"/>
              </a:ext>
            </a:extLst>
          </p:cNvPr>
          <p:cNvSpPr/>
          <p:nvPr/>
        </p:nvSpPr>
        <p:spPr>
          <a:xfrm>
            <a:off x="4315968" y="2514600"/>
            <a:ext cx="3520440" cy="132588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DC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Core capabilities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Semantic + keyword search; grounded Q&amp;A; passage citations; provenance; evidence sufficiency; study comparison.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1A06FCE-291B-5B32-6769-DD51763832E8}"/>
              </a:ext>
            </a:extLst>
          </p:cNvPr>
          <p:cNvSpPr/>
          <p:nvPr/>
        </p:nvSpPr>
        <p:spPr>
          <a:xfrm>
            <a:off x="594360" y="4069080"/>
            <a:ext cx="3520440" cy="141732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00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Current status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MVP complete and demo-ready locally. Code, CI, docs, ingestion, retrieval, Ask, citation UI, and evaluations are complete.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EEE1E02-106D-1803-9465-132DE8BE0CF1}"/>
              </a:ext>
            </a:extLst>
          </p:cNvPr>
          <p:cNvSpPr/>
          <p:nvPr/>
        </p:nvSpPr>
        <p:spPr>
          <a:xfrm>
            <a:off x="4315968" y="4069080"/>
            <a:ext cx="3520440" cy="141732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Demo + participation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Docker + indexed PDFs + Ollama/OpenAI support the live app; screenshots provide backup. Not participating live; required artifacts are submitted.</a:t>
            </a:r>
          </a:p>
        </p:txBody>
      </p:sp>
      <p:pic>
        <p:nvPicPr>
          <p:cNvPr id="12" name="Picture 11" descr="01-home.png">
            <a:extLst>
              <a:ext uri="{FF2B5EF4-FFF2-40B4-BE49-F238E27FC236}">
                <a16:creationId xmlns:a16="http://schemas.microsoft.com/office/drawing/2014/main" id="{2041C73F-A669-4463-5086-90EB4F584146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888224" y="1554480"/>
            <a:ext cx="4114800" cy="2011680"/>
          </a:xfrm>
          <a:prstGeom prst="rect">
            <a:avLst/>
          </a:prstGeom>
          <a:solidFill>
            <a:srgbClr val="FFFFFF">
              <a:shade val="85000"/>
            </a:srgbClr>
          </a:solidFill>
          <a:ln w="63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4" name="Picture 13" descr="02-ask.png">
            <a:extLst>
              <a:ext uri="{FF2B5EF4-FFF2-40B4-BE49-F238E27FC236}">
                <a16:creationId xmlns:a16="http://schemas.microsoft.com/office/drawing/2014/main" id="{39679057-F85C-EC01-40DE-08EFB3B73DB0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888224" y="4046402"/>
            <a:ext cx="4114800" cy="2011680"/>
          </a:xfrm>
          <a:prstGeom prst="rect">
            <a:avLst/>
          </a:prstGeom>
          <a:solidFill>
            <a:srgbClr val="FFFFFF">
              <a:shade val="85000"/>
            </a:srgbClr>
          </a:solidFill>
          <a:ln w="63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47FC03-C496-9DCD-E3BA-EAA5FEEBDF7C}"/>
              </a:ext>
            </a:extLst>
          </p:cNvPr>
          <p:cNvSpPr txBox="1"/>
          <p:nvPr/>
        </p:nvSpPr>
        <p:spPr>
          <a:xfrm>
            <a:off x="658368" y="5806440"/>
            <a:ext cx="7040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ptos"/>
              </a:defRPr>
            </a:pPr>
            <a:r>
              <a:t>John Hernandez  |  jherna65@fau.edu  |  Sponsor: FAU AI HootCamp  |  Repository: github.com/bluefate/spacebio-evidence-engine</a:t>
            </a:r>
          </a:p>
        </p:txBody>
      </p:sp>
    </p:spTree>
    <p:extLst>
      <p:ext uri="{BB962C8B-B14F-4D97-AF65-F5344CB8AC3E}">
        <p14:creationId xmlns:p14="http://schemas.microsoft.com/office/powerpoint/2010/main" val="3757938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142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Hernandez</cp:lastModifiedBy>
  <cp:revision>2</cp:revision>
  <cp:lastPrinted>2026-08-27T01:53:18Z</cp:lastPrinted>
  <dcterms:created xsi:type="dcterms:W3CDTF">2013-01-27T09:14:16Z</dcterms:created>
  <dcterms:modified xsi:type="dcterms:W3CDTF">2026-08-27T01:53:19Z</dcterms:modified>
  <cp:category/>
</cp:coreProperties>
</file>
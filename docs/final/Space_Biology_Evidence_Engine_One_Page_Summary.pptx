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One-page project summary covering the intended users, core capabilities, final implementation status, and demo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2926080" cy="9147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115568"/>
            <a:ext cx="6583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Citation-first evidence for</a:t>
            </a:r>
            <a:br/>
            <a:r>
              <a:t>space-biology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874519"/>
            <a:ext cx="70408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DE6F0"/>
                </a:solidFill>
                <a:latin typeface="Aptos"/>
              </a:defRPr>
            </a:pPr>
            <a:r>
              <a:t>Local-first RAG for 23 approved microgravity and skeletal-muscle publications.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514600"/>
            <a:ext cx="3520440" cy="132588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Who it serves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Researchers, students, educators, and corpus maintainers who need inspectable evidence—not unsupported model recall.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514600"/>
            <a:ext cx="3520440" cy="132588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Core capabilities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Semantic + keyword search; grounded Q&amp;A; passage citations; provenance; evidence sufficiency; study comparison.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069080"/>
            <a:ext cx="352044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Current status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MVP complete and demo-ready locally. Code, CI, docs, ingestion, retrieval, Ask, citation UI, and evaluations are complete.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4069080"/>
            <a:ext cx="352044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Demo readiness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Docker + indexed PDFs + Ollama/OpenAI support the live app; committed screenshots and presentation materials provide a reliable backup.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371600"/>
            <a:ext cx="3794759" cy="2670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1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417320"/>
            <a:ext cx="3703320" cy="25786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46719" y="4114800"/>
            <a:ext cx="3794759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4160520"/>
            <a:ext cx="3703320" cy="2057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806440"/>
            <a:ext cx="7040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ptos"/>
              </a:defRPr>
            </a:pPr>
            <a:r>
              <a:t>John Hernandez  |  jherna65@fau.edu  |  Sponsor: FAU AI HootCamp  |  Repository: github.com/bluefate/spacebio-evidence-engine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